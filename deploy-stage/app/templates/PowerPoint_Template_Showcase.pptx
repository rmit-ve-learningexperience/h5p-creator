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680"/>
  <p:notesSz cx="514368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Title</c:v>
                  </c:pt>
                  <c:pt idx="1">
                    <c:v>Content</c:v>
                  </c:pt>
                  <c:pt idx="2">
                    <c:v>Images</c:v>
                  </c:pt>
                  <c:pt idx="3">
                    <c:v>Data</c:v>
                  </c:pt>
                  <c:pt idx="4">
                    <c:v>Closing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8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9-1.png"/><Relationship Id="rId2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0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oC_additional inf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600" y="500400"/>
            <a:ext cx="4028400" cy="338400"/>
          </a:xfrm>
          <a:prstGeom prst="rect">
            <a:avLst/>
          </a:prstGeom>
          <a:solidFill>
            <a:srgbClr val="E61E2A"/>
          </a:solidFill>
          <a:ln/>
        </p:spPr>
        <p:txBody>
          <a:bodyPr wrap="square" lIns="950" tIns="950" rIns="950" bIns="950" rtlCol="0" anchor="ctr"/>
          <a:lstStyle/>
          <a:p>
            <a:pPr algn="l" indent="0" marL="0">
              <a:buNone/>
            </a:pPr>
            <a:r>
              <a:rPr lang="en-US" sz="203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Our commitment to Reconciliation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334800" y="1051200"/>
            <a:ext cx="4035600" cy="354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3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RMIT is committed to redefining its relationship in working with and supporting Aboriginal and Torres Strait Islander self-determination.</a:t>
            </a:r>
            <a:endParaRPr lang="en-US" sz="1430" dirty="0"/>
          </a:p>
          <a:p>
            <a:pPr algn="l" indent="0" marL="0">
              <a:buNone/>
            </a:pPr>
            <a:endParaRPr lang="en-US" sz="1430" dirty="0"/>
          </a:p>
          <a:p>
            <a:pPr algn="l" indent="0" marL="0">
              <a:buNone/>
            </a:pPr>
            <a:r>
              <a:rPr lang="en-US" sz="143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The University's goal is to achieve lasting transformation by maturing its values, culture, policy and structures in a way that embeds reconciliation in everything we do.</a:t>
            </a:r>
            <a:endParaRPr lang="en-US" sz="1430" dirty="0"/>
          </a:p>
          <a:p>
            <a:pPr algn="l" indent="0" marL="0">
              <a:buNone/>
            </a:pPr>
            <a:endParaRPr lang="en-US" sz="1430" dirty="0"/>
          </a:p>
          <a:p>
            <a:pPr algn="l" indent="0" marL="0">
              <a:buNone/>
            </a:pPr>
            <a:r>
              <a:rPr lang="en-US" sz="143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In line with the principles of Bundjil, we are changing our ways of 'knowing, working and being' to support sustainable reconciliation and activate a relationship between Indigenous and non-Indigenous staff, students and community.</a:t>
            </a:r>
            <a:endParaRPr lang="en-US" sz="143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600" y="1130400"/>
            <a:ext cx="3776400" cy="2512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73600" y="3740400"/>
            <a:ext cx="3952800" cy="34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In 2018, the Wurrunggi Biik – Law of the Land public artwork was installed in the New Academic Street to signify a long-lasting spiritual connection to Country.</a:t>
            </a:r>
            <a:endParaRPr lang="en-US" sz="83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6400"/>
            <a:ext cx="9144000" cy="64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oC_welco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8800" y="1440000"/>
            <a:ext cx="2628000" cy="23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1E2A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Acknowledgement of Country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328800" y="1677600"/>
            <a:ext cx="2628000" cy="222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RMIT University acknowledges the people of the Woi wurrung and Boon wurrung language groups of the eastern Kulin Nation on whose unceded lands we conduct the business of the University.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RMIT University respectfully acknowledges their Ancestors and Elders, past and present.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RMIT also acknowledges the Traditional Custodians and their Ancestors of the lands and waters across Australia where we conduct our business.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328800" y="4496400"/>
            <a:ext cx="2469600" cy="10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Artwork 'Sentient' by Hollie Johnson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328800" y="4604400"/>
            <a:ext cx="2469600" cy="36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Hollie is a Gunaikurnai and Monero Ngarigo woman from Gippsland who graduated from RMIT with a BA in Photography in 2016.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4800" y="216000"/>
            <a:ext cx="1929600" cy="57600"/>
          </a:xfrm>
          <a:prstGeom prst="rect">
            <a:avLst/>
          </a:prstGeom>
          <a:solidFill>
            <a:srgbClr val="E61E2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244800" y="298800"/>
            <a:ext cx="8665200" cy="78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700" b="1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Heading here</a:t>
            </a:r>
            <a:endParaRPr lang="en-US" sz="2700" dirty="0"/>
          </a:p>
        </p:txBody>
      </p:sp>
      <p:sp>
        <p:nvSpPr>
          <p:cNvPr id="4" name="Text 1"/>
          <p:cNvSpPr/>
          <p:nvPr>
            <p:ph idx="102" type="chart" hasCustomPrompt="1"/>
          </p:nvPr>
        </p:nvSpPr>
        <p:spPr>
          <a:xfrm>
            <a:off x="244800" y="1191600"/>
            <a:ext cx="8683200" cy="338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 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7506000" y="4982400"/>
            <a:ext cx="13176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E61E2A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600" y="4568400"/>
            <a:ext cx="504000" cy="5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ptio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4800" y="216000"/>
            <a:ext cx="1929600" cy="57600"/>
          </a:xfrm>
          <a:prstGeom prst="rect">
            <a:avLst/>
          </a:prstGeom>
          <a:solidFill>
            <a:srgbClr val="E61E2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244800" y="298800"/>
            <a:ext cx="8665200" cy="78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700" b="1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Heading here</a:t>
            </a:r>
            <a:endParaRPr lang="en-US" sz="27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244800" y="1191600"/>
            <a:ext cx="8683200" cy="338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Click to add text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7506000" y="4982400"/>
            <a:ext cx="13176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E61E2A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600" y="4568400"/>
            <a:ext cx="504000" cy="5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ptio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22800" cy="5144400"/>
          </a:xfrm>
          <a:prstGeom prst="rect">
            <a:avLst/>
          </a:prstGeom>
          <a:solidFill>
            <a:srgbClr val="000054"/>
          </a:solidFill>
          <a:ln/>
        </p:spPr>
      </p:sp>
      <p:sp>
        <p:nvSpPr>
          <p:cNvPr id="3" name="Shape 1"/>
          <p:cNvSpPr/>
          <p:nvPr/>
        </p:nvSpPr>
        <p:spPr>
          <a:xfrm>
            <a:off x="244800" y="216000"/>
            <a:ext cx="1929600" cy="57600"/>
          </a:xfrm>
          <a:prstGeom prst="rect">
            <a:avLst/>
          </a:prstGeom>
          <a:solidFill>
            <a:srgbClr val="E61E2A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244800" y="298800"/>
            <a:ext cx="1929600" cy="993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Heading here</a:t>
            </a:r>
            <a:endParaRPr lang="en-US" sz="21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2761200" y="1256400"/>
            <a:ext cx="6166800" cy="332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Click to add text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506000" y="4982400"/>
            <a:ext cx="13176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E61E2A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600" y="4568400"/>
            <a:ext cx="504000" cy="5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ption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22800" cy="5144400"/>
          </a:xfrm>
          <a:prstGeom prst="rect">
            <a:avLst/>
          </a:prstGeom>
          <a:solidFill>
            <a:srgbClr val="E61E2A"/>
          </a:solidFill>
          <a:ln/>
        </p:spPr>
      </p:sp>
      <p:sp>
        <p:nvSpPr>
          <p:cNvPr id="3" name="Shape 1"/>
          <p:cNvSpPr/>
          <p:nvPr/>
        </p:nvSpPr>
        <p:spPr>
          <a:xfrm>
            <a:off x="244800" y="216000"/>
            <a:ext cx="1929600" cy="57600"/>
          </a:xfrm>
          <a:prstGeom prst="rect">
            <a:avLst/>
          </a:prstGeom>
          <a:solidFill>
            <a:srgbClr val="000054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244800" y="298800"/>
            <a:ext cx="1929600" cy="993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Heading here</a:t>
            </a:r>
            <a:endParaRPr lang="en-US" sz="21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2761200" y="1256400"/>
            <a:ext cx="6166800" cy="332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Click to add text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506000" y="4982400"/>
            <a:ext cx="13176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E61E2A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600" y="4568400"/>
            <a:ext cx="504000" cy="5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image_optio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4800" y="216000"/>
            <a:ext cx="1929600" cy="57600"/>
          </a:xfrm>
          <a:prstGeom prst="rect">
            <a:avLst/>
          </a:prstGeom>
          <a:solidFill>
            <a:srgbClr val="E61E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22800" cy="5144400"/>
          </a:xfrm>
          <a:prstGeom prst="rect">
            <a:avLst/>
          </a:prstGeom>
          <a:solidFill>
            <a:srgbClr val="000054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244800" y="298800"/>
            <a:ext cx="1929600" cy="993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Heading here</a:t>
            </a:r>
            <a:endParaRPr lang="en-US" sz="21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244800" y="1256400"/>
            <a:ext cx="1929600" cy="3423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Click to add text</a:t>
            </a:r>
            <a:endParaRPr lang="en-US" sz="1200" dirty="0"/>
          </a:p>
        </p:txBody>
      </p:sp>
      <p:sp>
        <p:nvSpPr>
          <p:cNvPr id="6" name="Text 2"/>
          <p:cNvSpPr/>
          <p:nvPr>
            <p:ph idx="104" hasCustomPrompt="1"/>
          </p:nvPr>
        </p:nvSpPr>
        <p:spPr>
          <a:xfrm>
            <a:off x="3668400" y="468000"/>
            <a:ext cx="4273200" cy="4208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7506000" y="4982400"/>
            <a:ext cx="13176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E61E2A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600" y="4568400"/>
            <a:ext cx="504000" cy="5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image_optio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4800" y="216000"/>
            <a:ext cx="1929600" cy="57600"/>
          </a:xfrm>
          <a:prstGeom prst="rect">
            <a:avLst/>
          </a:prstGeom>
          <a:solidFill>
            <a:srgbClr val="00005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22800" cy="5144400"/>
          </a:xfrm>
          <a:prstGeom prst="rect">
            <a:avLst/>
          </a:prstGeom>
          <a:solidFill>
            <a:srgbClr val="E61E2A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244800" y="298800"/>
            <a:ext cx="1929600" cy="993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Heading here</a:t>
            </a:r>
            <a:endParaRPr lang="en-US" sz="21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244800" y="1256400"/>
            <a:ext cx="1929600" cy="3423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Click to add text</a:t>
            </a:r>
            <a:endParaRPr lang="en-US" sz="1200" dirty="0"/>
          </a:p>
        </p:txBody>
      </p:sp>
      <p:sp>
        <p:nvSpPr>
          <p:cNvPr id="6" name="Text 2"/>
          <p:cNvSpPr/>
          <p:nvPr>
            <p:ph idx="104" hasCustomPrompt="1"/>
          </p:nvPr>
        </p:nvSpPr>
        <p:spPr>
          <a:xfrm>
            <a:off x="3668400" y="468000"/>
            <a:ext cx="4273200" cy="4208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7506000" y="4982400"/>
            <a:ext cx="13176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E61E2A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600" y="4568400"/>
            <a:ext cx="504000" cy="5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bg>
      <p:bgPr>
        <a:solidFill>
          <a:srgbClr val="000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72800" y="230400"/>
            <a:ext cx="8431200" cy="131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E61E2A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rgbClr val="E61E2A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Thank you</a:t>
            </a:r>
            <a:endParaRPr lang="en-US" sz="5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0" y="4384800"/>
            <a:ext cx="2534400" cy="720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293600" y="4820400"/>
            <a:ext cx="17460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sp>
        <p:nvSpPr>
          <p:cNvPr id="5" name="Text 1"/>
          <p:cNvSpPr/>
          <p:nvPr/>
        </p:nvSpPr>
        <p:spPr>
          <a:xfrm>
            <a:off x="7567200" y="4921200"/>
            <a:ext cx="17460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CRICOS provider number: 00122A | RTO Code: 3046</a:t>
            </a:r>
            <a:endParaRPr lang="en-US" sz="5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4800" y="216000"/>
            <a:ext cx="1929600" cy="57600"/>
          </a:xfrm>
          <a:prstGeom prst="rect">
            <a:avLst/>
          </a:prstGeom>
          <a:solidFill>
            <a:srgbClr val="E61E2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244800" y="298800"/>
            <a:ext cx="8665200" cy="78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700" b="1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Heading here</a:t>
            </a:r>
            <a:endParaRPr lang="en-US" sz="270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280800" y="1332000"/>
            <a:ext cx="2656800" cy="2289600"/>
          </a:xfrm>
          <a:prstGeom prst="rect">
            <a:avLst/>
          </a:prstGeom>
          <a:solidFill>
            <a:srgbClr val="EDEDED"/>
          </a:solidFill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280800" y="3772800"/>
            <a:ext cx="2656800" cy="72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Click to add text</a:t>
            </a:r>
            <a:endParaRPr lang="en-US" sz="1050" dirty="0"/>
          </a:p>
        </p:txBody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3276000" y="1332000"/>
            <a:ext cx="2656800" cy="2289600"/>
          </a:xfrm>
          <a:prstGeom prst="rect">
            <a:avLst/>
          </a:prstGeom>
          <a:solidFill>
            <a:srgbClr val="EDEDED"/>
          </a:solidFill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7" name="Text 1"/>
          <p:cNvSpPr/>
          <p:nvPr>
            <p:ph idx="105" type="title" hasCustomPrompt="1"/>
          </p:nvPr>
        </p:nvSpPr>
        <p:spPr>
          <a:xfrm>
            <a:off x="3276000" y="3772800"/>
            <a:ext cx="2656800" cy="72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Click to add text</a:t>
            </a:r>
            <a:endParaRPr lang="en-US" sz="1050" dirty="0"/>
          </a:p>
        </p:txBody>
      </p:sp>
      <p:sp>
        <p:nvSpPr>
          <p:cNvPr id="8" name="Text 1"/>
          <p:cNvSpPr/>
          <p:nvPr>
            <p:ph idx="106" hasCustomPrompt="1"/>
          </p:nvPr>
        </p:nvSpPr>
        <p:spPr>
          <a:xfrm>
            <a:off x="6271200" y="1332000"/>
            <a:ext cx="2656800" cy="2289600"/>
          </a:xfrm>
          <a:prstGeom prst="rect">
            <a:avLst/>
          </a:prstGeom>
          <a:solidFill>
            <a:srgbClr val="EDEDED"/>
          </a:solidFill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9" name="Text 1"/>
          <p:cNvSpPr/>
          <p:nvPr>
            <p:ph idx="107" type="title" hasCustomPrompt="1"/>
          </p:nvPr>
        </p:nvSpPr>
        <p:spPr>
          <a:xfrm>
            <a:off x="6271200" y="3772800"/>
            <a:ext cx="2656800" cy="72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Click to add text</a:t>
            </a:r>
            <a:endParaRPr lang="en-US" sz="1050" dirty="0"/>
          </a:p>
        </p:txBody>
      </p:sp>
      <p:sp>
        <p:nvSpPr>
          <p:cNvPr id="10" name="Text 1"/>
          <p:cNvSpPr/>
          <p:nvPr/>
        </p:nvSpPr>
        <p:spPr>
          <a:xfrm>
            <a:off x="7506000" y="4982400"/>
            <a:ext cx="13176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E61E2A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600" y="4568400"/>
            <a:ext cx="504000" cy="5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igenous_optio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96800" cy="51444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843200" y="187200"/>
            <a:ext cx="6868800" cy="993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700" b="1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Heading here</a:t>
            </a:r>
            <a:endParaRPr lang="en-US" sz="2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843200" y="1184400"/>
            <a:ext cx="6868800" cy="338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Click to add text</a:t>
            </a: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7506000" y="4982400"/>
            <a:ext cx="13176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E61E2A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600" y="4568400"/>
            <a:ext cx="504000" cy="5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_option 1">
    <p:bg>
      <p:bgPr>
        <a:solidFill>
          <a:srgbClr val="000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4800" y="216000"/>
            <a:ext cx="1929600" cy="57600"/>
          </a:xfrm>
          <a:prstGeom prst="rect">
            <a:avLst/>
          </a:prstGeom>
          <a:solidFill>
            <a:srgbClr val="E61E2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244800" y="298800"/>
            <a:ext cx="1929600" cy="993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Heading here</a:t>
            </a:r>
            <a:endParaRPr lang="en-US" sz="21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2761200" y="298800"/>
            <a:ext cx="5950800" cy="428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Click to add text</a:t>
            </a:r>
            <a:endParaRPr lang="en-US" sz="2100" dirty="0"/>
          </a:p>
        </p:txBody>
      </p:sp>
      <p:sp>
        <p:nvSpPr>
          <p:cNvPr id="5" name="Text 1"/>
          <p:cNvSpPr/>
          <p:nvPr/>
        </p:nvSpPr>
        <p:spPr>
          <a:xfrm>
            <a:off x="7506000" y="4982400"/>
            <a:ext cx="13176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E61E2A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600" y="4568400"/>
            <a:ext cx="504000" cy="5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_option 2">
    <p:bg>
      <p:bgPr>
        <a:solidFill>
          <a:srgbClr val="000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4000" y="298800"/>
            <a:ext cx="8478000" cy="419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Section divider text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7506000" y="4982400"/>
            <a:ext cx="13176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E61E2A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600" y="4568400"/>
            <a:ext cx="504000" cy="5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_option 3">
    <p:bg>
      <p:bgPr>
        <a:solidFill>
          <a:srgbClr val="E61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4000" y="298800"/>
            <a:ext cx="8478000" cy="419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Section divider text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7506000" y="4982400"/>
            <a:ext cx="13176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600" y="4568400"/>
            <a:ext cx="504000" cy="5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4800" y="216000"/>
            <a:ext cx="1929600" cy="57600"/>
          </a:xfrm>
          <a:prstGeom prst="rect">
            <a:avLst/>
          </a:prstGeom>
          <a:solidFill>
            <a:srgbClr val="E61E2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244800" y="298800"/>
            <a:ext cx="8665200" cy="78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700" b="1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Heading here</a:t>
            </a:r>
            <a:endParaRPr lang="en-US" sz="270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244800" y="1191600"/>
            <a:ext cx="8683200" cy="3089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 </a:t>
            </a:r>
            <a:endParaRPr lang="en-US" sz="1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244800" y="4546800"/>
            <a:ext cx="8683200" cy="11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5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75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Click to add text</a:t>
            </a:r>
            <a:endParaRPr lang="en-US" sz="750" dirty="0"/>
          </a:p>
        </p:txBody>
      </p:sp>
      <p:sp>
        <p:nvSpPr>
          <p:cNvPr id="6" name="Text 1"/>
          <p:cNvSpPr/>
          <p:nvPr/>
        </p:nvSpPr>
        <p:spPr>
          <a:xfrm>
            <a:off x="7506000" y="4982400"/>
            <a:ext cx="13176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E61E2A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600" y="4568400"/>
            <a:ext cx="504000" cy="5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ption_1_text_only">
    <p:bg>
      <p:bgPr>
        <a:solidFill>
          <a:srgbClr val="000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72800" y="230400"/>
            <a:ext cx="8431200" cy="131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E61E2A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rgbClr val="E61E2A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Click to edit Project title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72800" y="2041200"/>
            <a:ext cx="8431200" cy="1058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FFFFFF"/>
                </a:solidFill>
                <a:latin typeface="Arial (Body) Bold" pitchFamily="34" charset="0"/>
                <a:ea typeface="Arial (Body) Bold" pitchFamily="34" charset="-122"/>
                <a:cs typeface="Arial (Body) 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(Body) Bold" pitchFamily="34" charset="0"/>
                <a:ea typeface="Arial (Body) Bold" pitchFamily="34" charset="-122"/>
                <a:cs typeface="Arial (Body) Bold" pitchFamily="34" charset="-120"/>
              </a:rPr>
              <a:t>Click to edit Subhead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0" y="4384800"/>
            <a:ext cx="2534400" cy="720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93600" y="4820400"/>
            <a:ext cx="17460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sp>
        <p:nvSpPr>
          <p:cNvPr id="6" name="Text 1"/>
          <p:cNvSpPr/>
          <p:nvPr/>
        </p:nvSpPr>
        <p:spPr>
          <a:xfrm>
            <a:off x="7567200" y="4921200"/>
            <a:ext cx="17460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CRICOS provider number: 00122A | RTO Code: 3046</a:t>
            </a:r>
            <a:endParaRPr lang="en-US" sz="50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ption_2_text_only">
    <p:bg>
      <p:bgPr>
        <a:solidFill>
          <a:srgbClr val="E61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72800" y="230400"/>
            <a:ext cx="8431200" cy="131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Click to edit Project title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72800" y="2041200"/>
            <a:ext cx="8431200" cy="1058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FFFFFF"/>
                </a:solidFill>
                <a:latin typeface="Arial (Body) Bold" pitchFamily="34" charset="0"/>
                <a:ea typeface="Arial (Body) Bold" pitchFamily="34" charset="-122"/>
                <a:cs typeface="Arial (Body) 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(Body) Bold" pitchFamily="34" charset="0"/>
                <a:ea typeface="Arial (Body) Bold" pitchFamily="34" charset="-122"/>
                <a:cs typeface="Arial (Body) Bold" pitchFamily="34" charset="-120"/>
              </a:rPr>
              <a:t>Click to edit Subhead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0" y="4384800"/>
            <a:ext cx="2534400" cy="720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93600" y="4820400"/>
            <a:ext cx="17460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sp>
        <p:nvSpPr>
          <p:cNvPr id="6" name="Text 1"/>
          <p:cNvSpPr/>
          <p:nvPr/>
        </p:nvSpPr>
        <p:spPr>
          <a:xfrm>
            <a:off x="7567200" y="4921200"/>
            <a:ext cx="17460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CRICOS provider number: 00122A | RTO Code: 3046</a:t>
            </a:r>
            <a:endParaRPr lang="en-US" sz="50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ption_3_with_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0800" cy="5144400"/>
          </a:xfrm>
          <a:prstGeom prst="rect">
            <a:avLst/>
          </a:prstGeom>
          <a:solidFill>
            <a:srgbClr val="000054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219600" y="216000"/>
            <a:ext cx="4352400" cy="428400"/>
          </a:xfrm>
          <a:prstGeom prst="rect">
            <a:avLst/>
          </a:prstGeom>
          <a:solidFill>
            <a:srgbClr val="E61E2A"/>
          </a:solidFill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Click to edit Master text</a:t>
            </a:r>
            <a:endParaRPr lang="en-US" sz="27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219600" y="702000"/>
            <a:ext cx="4352400" cy="428400"/>
          </a:xfrm>
          <a:prstGeom prst="rect">
            <a:avLst/>
          </a:prstGeom>
          <a:solidFill>
            <a:srgbClr val="E61E2A"/>
          </a:solidFill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Project title</a:t>
            </a:r>
            <a:endParaRPr lang="en-US" sz="27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72800" y="1645200"/>
            <a:ext cx="4399200" cy="131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FFFFFF"/>
                </a:solidFill>
                <a:latin typeface="Arial (Body) Bold" pitchFamily="34" charset="0"/>
                <a:ea typeface="Arial (Body) Bold" pitchFamily="34" charset="-122"/>
                <a:cs typeface="Arial (Body) 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(Body) Bold" pitchFamily="34" charset="0"/>
                <a:ea typeface="Arial (Body) Bold" pitchFamily="34" charset="-122"/>
                <a:cs typeface="Arial (Body) Bold" pitchFamily="34" charset="-120"/>
              </a:rPr>
              <a:t>Click to edit subhead</a:t>
            </a:r>
            <a:endParaRPr lang="en-US" sz="2100" dirty="0"/>
          </a:p>
        </p:txBody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4870800" y="0"/>
            <a:ext cx="4273200" cy="514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0" y="4384800"/>
            <a:ext cx="2534400" cy="7200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7293600" y="4820400"/>
            <a:ext cx="17460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sp>
        <p:nvSpPr>
          <p:cNvPr id="9" name="Text 2"/>
          <p:cNvSpPr/>
          <p:nvPr/>
        </p:nvSpPr>
        <p:spPr>
          <a:xfrm>
            <a:off x="7567200" y="4921200"/>
            <a:ext cx="17460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CRICOS provider number: 00122A | RTO Code: 3046</a:t>
            </a:r>
            <a:endParaRPr lang="en-US" sz="500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ption_4_with_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0" y="0"/>
            <a:ext cx="9144000" cy="514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19600" y="216000"/>
            <a:ext cx="4352400" cy="428400"/>
          </a:xfrm>
          <a:prstGeom prst="rect">
            <a:avLst/>
          </a:prstGeom>
          <a:solidFill>
            <a:srgbClr val="E61E2A"/>
          </a:solidFill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Click to edit Master text</a:t>
            </a:r>
            <a:endParaRPr lang="en-US" sz="27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219600" y="702000"/>
            <a:ext cx="4352400" cy="428400"/>
          </a:xfrm>
          <a:prstGeom prst="rect">
            <a:avLst/>
          </a:prstGeom>
          <a:solidFill>
            <a:srgbClr val="E61E2A"/>
          </a:solidFill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Project title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0" y="4384800"/>
            <a:ext cx="2534400" cy="720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293600" y="4820400"/>
            <a:ext cx="17460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i="1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Generated using RMIT Val</a:t>
            </a:r>
            <a:endParaRPr lang="en-US" sz="500" dirty="0"/>
          </a:p>
        </p:txBody>
      </p:sp>
      <p:sp>
        <p:nvSpPr>
          <p:cNvPr id="7" name="Text 1"/>
          <p:cNvSpPr/>
          <p:nvPr/>
        </p:nvSpPr>
        <p:spPr>
          <a:xfrm>
            <a:off x="7567200" y="4921200"/>
            <a:ext cx="1746000" cy="16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CRICOS provider number: 00122A | RTO Code: 3046</a:t>
            </a:r>
            <a:endParaRPr lang="en-US" sz="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72800" y="230400"/>
            <a:ext cx="8431200" cy="1314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61E2A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PowerPoint Template Showcase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72800" y="2041200"/>
            <a:ext cx="8431200" cy="1058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(Body) Bold" pitchFamily="34" charset="0"/>
                <a:ea typeface="Arial (Body) Bold" pitchFamily="34" charset="-122"/>
                <a:cs typeface="Arial (Body) Bold" pitchFamily="34" charset="-120"/>
              </a:rPr>
              <a:t>A full RMIT-styled deck demonstrating all major layouts and visual treatments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54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4000" y="298800"/>
            <a:ext cx="8478000" cy="4197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Title slide layouts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54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72800" y="230400"/>
            <a:ext cx="8431200" cy="1314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Alternate Title Layout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72800" y="2041200"/>
            <a:ext cx="8431200" cy="1058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(Body) Bold" pitchFamily="34" charset="0"/>
                <a:ea typeface="Arial (Body) Bold" pitchFamily="34" charset="-122"/>
                <a:cs typeface="Arial (Body) Bold" pitchFamily="34" charset="-120"/>
              </a:rPr>
              <a:t>Red theme title slide for high-impact openings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E61E2A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44800" y="298800"/>
            <a:ext cx="1929600" cy="993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Title with image</a:t>
            </a:r>
            <a:endParaRPr lang="en-US" sz="21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2761200" y="298800"/>
            <a:ext cx="5950800" cy="4280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This section demonstrates image-led opening slides for presentations, projects and events.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54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4000" y="298800"/>
            <a:ext cx="8478000" cy="4197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Visual variety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E61E2A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44800" y="298800"/>
            <a:ext cx="8665200" cy="78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Content layout overview</a:t>
            </a:r>
            <a:endParaRPr lang="en-US" sz="27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244800" y="1191600"/>
            <a:ext cx="8683200" cy="3387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This template system includes multiple content slide styles to support short explanations, structured points, summaries and narrative flow.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Use these layouts to maintain brand consistency while varying visual rhythm across the deck.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244800" y="298800"/>
            <a:ext cx="1929600" cy="993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Content option 2</a:t>
            </a:r>
            <a:endParaRPr lang="en-US" sz="21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2761200" y="1256400"/>
            <a:ext cx="6166800" cy="3322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This layout places the heading within a blue sidebar, creating a strong visual anchor.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It is well suited to key points, introductions and explanatory content.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244800" y="298800"/>
            <a:ext cx="1929600" cy="993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Content option 3</a:t>
            </a:r>
            <a:endParaRPr lang="en-US" sz="21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2761200" y="1256400"/>
            <a:ext cx="6166800" cy="3322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This variation uses a red sidebar to create contrast and emphasis.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It can be used to alternate sections or spotlight critical information.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4000" y="298800"/>
            <a:ext cx="8478000" cy="4197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Data and tables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54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44800" y="298800"/>
            <a:ext cx="8665200" cy="78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Chart slide example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>
            <p:ph idx="102" type="chart" hasCustomPrompt="1"/>
          </p:nvPr>
        </p:nvGraphicFramePr>
        <p:xfrm>
          <a:off x="244800" y="1191600"/>
          <a:ext cx="8683200" cy="338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44800" y="298800"/>
            <a:ext cx="8665200" cy="78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54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Table slide example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4800" y="1191600"/>
          <a:ext cx="8683200" cy="30891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Layout type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Best use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Title slides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Opening and framing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Introductions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Content slides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Explanatory information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Body sections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Image slides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Visual storytelling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Showcases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slides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Evidence and comparison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Reports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>
            <p:ph idx="103" type="body" hasCustomPrompt="1"/>
          </p:nvPr>
        </p:nvSpPr>
        <p:spPr>
          <a:xfrm>
            <a:off x="244800" y="4546800"/>
            <a:ext cx="8683200" cy="11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750" dirty="0">
                <a:solidFill>
                  <a:srgbClr val="000054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Use tables for concise comparison and structured information.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44800" y="298800"/>
            <a:ext cx="1929600" cy="993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Images and visual layouts</a:t>
            </a:r>
            <a:endParaRPr lang="en-US" sz="21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2761200" y="298800"/>
            <a:ext cx="5950800" cy="4280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Use image-based layouts when you want strong visual engagement, storytelling or examples.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54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34856" y="5134536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54">
                    <a:alpha val="0"/>
                  </a:srgbClr>
                </a:solidFill>
              </a:rPr>
              <a:t>val-ai-generated</a:t>
            </a:r>
            <a:endParaRPr lang="en-US" sz="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72800" y="230400"/>
            <a:ext cx="8431200" cy="1314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RMIT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Showcase</dc:title>
  <dc:subject>First draft generated using Val, RMIT Generative AI platform [val-ai-generated]</dc:subject>
  <dc:creator>Author (first draft with RMIT Val)</dc:creator>
  <cp:lastModifiedBy>Author (first draft with RMIT Val)</cp:lastModifiedBy>
  <cp:revision>1</cp:revision>
  <dcterms:created xsi:type="dcterms:W3CDTF">2026-07-13T00:28:53Z</dcterms:created>
  <dcterms:modified xsi:type="dcterms:W3CDTF">2026-07-13T00:28:53Z</dcterms:modified>
</cp:coreProperties>
</file>